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55126-6105-4706-A79C-A088A31D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FA245F7-EADB-42A2-93D1-61D20197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472C-3173-4F22-B179-3DF3182D2A6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C6926D-66F8-482F-A6B1-6B433B1D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DBCDA5-90AF-4F2D-A1CF-B5A04713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8BC0C-3097-4E4B-954D-7CC180941B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025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AE6FCF7-EB9F-4A2C-819E-EBB6CB66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D1B523-1CCE-4897-92E6-6502FD517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1C3FC4-9DA2-420B-A993-AE1F586E5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5472C-3173-4F22-B179-3DF3182D2A6F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C427B3-4783-486A-B538-A70204804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61E284-E6DA-4092-ABD3-126744337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8BC0C-3097-4E4B-954D-7CC180941B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2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B3E0CF4-416B-4DA1-B4F8-EDD8DDBFD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4982BA-59C0-421E-9D8D-ED239E033C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9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C5B5905-DCFE-4E84-928D-775C23EB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1E62B0-DCE3-439B-B079-39C2113D77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2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41165F01-5F00-41F2-AEBC-6046BA8B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A7A28DF-1DD7-416B-8ED0-EC3B7D4169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1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1B425BC4-81E7-47B7-B740-13EFB4BCF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3B8A02-43E7-430F-9779-0D514CDAA0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5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AF2CA709-AB33-419D-9F0D-E48A0DA2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F0B32B2-E5AC-494E-BE49-09FCA20503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9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BADB4285-FC1C-4976-A672-53936325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55E0AF-9A00-43AE-90B7-ABD0C1211C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5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1C675AC1-A77E-410E-A16A-D8E7047E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12BEEEE-F02A-4629-9C4C-27EF39E4D8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32297E8B-408E-4EF8-82EA-2A5CC445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02E632-BC1B-4ED7-90A5-1EBFDAA29A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58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F3ABF0C0-E50E-4DD7-BEA4-03B4EA03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B2D6AE-44E7-4631-9BC4-3F1A22F385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E8205C37-70A1-4169-B1D3-7F58DECE7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810EE08-5257-4534-8228-40E5D82553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6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B16C1841-CDBB-45CC-A9C6-142FF129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61AA2A-D201-477D-A3FA-3F21B788AE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47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3D6B46F5-DA1C-4F55-97C7-115903DD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5A552B-0F8D-4FFC-ACBB-60BFF3403A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36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9A2C3EE-BB73-41C0-85D8-343F786F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5C5BAB-8119-4142-8042-8319B14039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33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8AE56B6E-DC94-437B-9067-E818C405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63407DA-9EEF-4DCE-AEF3-3C5F131D1C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22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56695A14-50D2-4424-8204-C794E0FA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0F8C094-E00A-408F-891B-F045121FAC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57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35BADCA7-440E-4B21-8280-921B046F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61E9E9-4762-47DC-A1CD-A1269B4292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39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BD88AC9C-43E5-4DA3-89D1-60B10A02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BA21C8-FEF3-4852-9B78-B728180090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84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júlio César</dc:creator>
  <cp:lastModifiedBy>júlio César</cp:lastModifiedBy>
  <cp:revision>1</cp:revision>
  <dcterms:created xsi:type="dcterms:W3CDTF">2026-06-13T14:02:45Z</dcterms:created>
  <dcterms:modified xsi:type="dcterms:W3CDTF">2026-06-13T14:02:45Z</dcterms:modified>
</cp:coreProperties>
</file>